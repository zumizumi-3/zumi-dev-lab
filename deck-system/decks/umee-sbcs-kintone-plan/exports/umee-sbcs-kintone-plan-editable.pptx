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0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2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3.pn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4.pn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5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6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7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8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9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0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5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FF7143"/>
      </a:accent1>
      <a:accent2>
        <a:srgbClr val="414242"/>
      </a:accent2>
      <a:accent3>
        <a:srgbClr val="6D7375"/>
      </a:accent3>
      <a:accent4>
        <a:srgbClr val="CFD6D9"/>
      </a:accent4>
      <a:accent5>
        <a:srgbClr val="FFF1EC"/>
      </a:accent5>
      <a:accent6>
        <a:srgbClr val="BAC2C8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Yu Gothic"/>
        <a:cs typeface=""/>
      </a:majorFont>
      <a:minorFont>
        <a:latin typeface="Aptos"/>
        <a:ea typeface="Yu Gothic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15</Slides>
  <Notes>0</Notes>
  <HiddenSlides>0</HiddenSlides>
  <MMClips>0</MMClips>
  <ScaleCrop>false</ScaleCrop>
  <Company>Umee Technologies</Company>
  <LinksUpToDate>false</LinksUpToDate>
  <SharedDoc>false</SharedDoc>
  <HyperlinksChanged>false</HyperlinksChanged>
  <AppVersion>16.0000</AppVersion>
</Properties>
</file>

<file path=docProps/core.xml><?xml version="1.0" encoding="UTF-8" standalone="yes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Umee SB C&S kintone plan image deck</dc:title><dc:creator>Codex</dc:creator><cp:lastModifiedBy>Codex</cp:lastModifiedBy><dcterms:created xsi:type="dcterms:W3CDTF">2026-05-27T09:09:13Z</dcterms:created><dcterms:modified xsi:type="dcterms:W3CDTF">2026-05-27T09:09:13Z</dcterms:modified>
</cp:coreProperties>
</file>