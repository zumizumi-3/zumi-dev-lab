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wide"/>
  <p:notesSz cx="6858000" cy="9144000"/>
  <p:defaultTextStyle>
    <a:defPPr>
      <a:defRPr lang="ja-JP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FF7143"/>
      </a:accent1>
      <a:accent2>
        <a:srgbClr val="414242"/>
      </a:accent2>
      <a:accent3>
        <a:srgbClr val="6D7375"/>
      </a:accent3>
      <a:accent4>
        <a:srgbClr val="CFD6D9"/>
      </a:accent4>
      <a:accent5>
        <a:srgbClr val="FFF1EC"/>
      </a:accent5>
      <a:accent6>
        <a:srgbClr val="BAC2C8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Yu Gothic"/>
        <a:cs typeface=""/>
      </a:majorFont>
      <a:minorFont>
        <a:latin typeface="Aptos"/>
        <a:ea typeface="Yu Gothic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HTML Deck Export</Application>
  <PresentationFormat>On-screen Show (16:9)</PresentationFormat>
  <Slides>11</Slides>
  <Notes>0</Notes>
  <HiddenSlides>0</HiddenSlides>
  <MMClips>0</MMClips>
  <ScaleCrop>false</ScaleCrop>
  <Company>Umee Technologies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FrontAgent x kintone SB C&amp;S Proposal</dc:title>
  <dc:creator>Codex</dc:creator>
  <cp:lastModifiedBy>Codex</cp:lastModifiedBy>
  <dcterms:created xsi:type="dcterms:W3CDTF">2026-05-26T06:13:57Z</dcterms:created>
  <dcterms:modified xsi:type="dcterms:W3CDTF">2026-05-26T06:13:57Z</dcterms:modified>
</cp:coreProperties>
</file>